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1FE"/>
    <a:srgbClr val="E5E6E7"/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4A2C-0CF7-7034-CD8D-AC6FBE262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A3763A-84E1-F394-3339-784A0FFBA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C53E5-A92D-058B-4721-3A91EB713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9C27-9CE5-4973-83A7-75D700389E78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E76B7-3502-B2E4-7453-904C9227F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9F8CC-DBD1-A524-C689-1B17E83A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B52E-2F03-4AE2-8B47-D9B6263FA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06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3E54A-FB69-93F4-07CF-07D09CE1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F9CF8-7EF9-F0B2-5923-90BFFE663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95419-2E78-9429-26E7-8D832C72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9C27-9CE5-4973-83A7-75D700389E78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9DD5B-D3F6-B040-1ED3-5889803ED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06FE1-F2D8-0B0B-3DC7-EAF827F1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B52E-2F03-4AE2-8B47-D9B6263FA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13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447C1-E3DB-676F-BEE8-E864DA964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C4615-245D-4B91-B076-A1B5DB706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2D5E2-DF27-8862-5628-C4D58C8B4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9C27-9CE5-4973-83A7-75D700389E78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5D25A-7C4C-44A8-8F04-86BB59412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7ABB5-AF89-4975-663F-F2B15408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B52E-2F03-4AE2-8B47-D9B6263FA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8036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09FA0-F82A-C226-0B8A-9D7DF98F4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8DFA8-4041-3AFF-77A6-392EAB077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FCDD6-7763-9575-A874-FEBF5F4FC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E290D-6B5B-60D7-7570-831838924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9C27-9CE5-4973-83A7-75D700389E78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63B1D-BA44-2E5E-6191-AA7DC39E9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E67F9-1BE6-7206-8919-0EFBF9F7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B52E-2F03-4AE2-8B47-D9B6263FA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593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A29FC-7736-1D21-3FA9-517C766FA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A8983-D97B-F6D3-5F5A-742937E2A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60148-1813-C320-5EB2-5FD8B4B5B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50F13-7EF0-9E19-BBF5-002BE7917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7E717C-23A9-84FE-34C0-390910B448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070C6-38BD-77B8-E0B4-F73890BF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9C27-9CE5-4973-83A7-75D700389E78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DE649-1D92-5E4C-4158-3D41D561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74557-4592-24DC-827B-59926F950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B52E-2F03-4AE2-8B47-D9B6263FA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356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D44D-99C0-9960-8B9B-A66872581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47FDAF-0389-2E14-6DCD-5C75BDA30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9C27-9CE5-4973-83A7-75D700389E78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0D2107-4235-D36F-3CFB-F9EBC4572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56925-A26E-5C6E-2912-A3E5C37D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B52E-2F03-4AE2-8B47-D9B6263FA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501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04A967-C639-75BD-BD66-B5AE0E820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9C27-9CE5-4973-83A7-75D700389E78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15A980-DF59-4B93-D6E8-C3776555F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C4BCE-1977-45CD-60BA-93491F89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B52E-2F03-4AE2-8B47-D9B6263FA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089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C5B3B-E510-EDAB-FDC6-CE5B3D630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68B61-A8D1-7073-2F39-814B56782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44FCDC-5F56-C28B-0C76-368C38BB8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9B22C-06FC-AEBA-F54A-89E7F7DE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9C27-9CE5-4973-83A7-75D700389E78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F6325-FE9E-0E41-A693-82C2A4A40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EF74-2189-7700-0B31-D73D55A9A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B52E-2F03-4AE2-8B47-D9B6263FA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502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3CF7E-0F70-9C63-B270-DC8EFF195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71031F-ED90-0600-8890-63E21C82D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93EB7-34A7-E189-679E-D7862F1B3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D784C-189D-FFC7-8B73-FB910C75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9C27-9CE5-4973-83A7-75D700389E78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6DBDA-4E10-19EA-8007-C7661616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16634-F5E2-FF36-50DD-82F8189E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B52E-2F03-4AE2-8B47-D9B6263FA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5786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68B3-4BDC-FB27-46A7-2809E823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4F3E6-6C8C-AE7D-0FB9-1389FF886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72ACE-F4A8-1F4D-D978-5B85B7ED3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9C27-9CE5-4973-83A7-75D700389E78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F6E68-6359-5896-EC65-3570C3BD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34620-D315-8509-28FE-D08F2F20B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B52E-2F03-4AE2-8B47-D9B6263FA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560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599CAA-76D8-C945-F175-165501B74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8817D-33B1-4F04-4A04-CA75550E7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D442C-04FB-CD82-9026-4D6B28ED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9C27-9CE5-4973-83A7-75D700389E78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4075F-6A3A-0C03-8727-AE52D204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B52D-298C-6299-96A5-FE46C6B9A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B52E-2F03-4AE2-8B47-D9B6263FA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6111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4B525A-8017-5C6A-5422-806F3B11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C1D73-612F-47E7-8820-CAC5BCC78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BBFD5-2E20-0D7A-8D7B-DA2CF6A99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89C27-9CE5-4973-83A7-75D700389E78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992D0-D4C1-63DD-4A60-F7F83016B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99487-A00D-9DCC-A1EB-A06C28BD4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DFB52E-2F03-4AE2-8B47-D9B6263FA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135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0979D435-39D1-66B1-0D67-D1511F377E17}"/>
              </a:ext>
            </a:extLst>
          </p:cNvPr>
          <p:cNvGrpSpPr/>
          <p:nvPr/>
        </p:nvGrpSpPr>
        <p:grpSpPr>
          <a:xfrm>
            <a:off x="1916497" y="671464"/>
            <a:ext cx="8359006" cy="5515072"/>
            <a:chOff x="1916497" y="996825"/>
            <a:chExt cx="8359006" cy="551507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75CAE6C-3FBD-FA32-B805-70FF3A277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6497" y="996825"/>
              <a:ext cx="8359006" cy="551507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A7EAB5B-2862-7ADC-80A0-CF867A16F2A1}"/>
                </a:ext>
              </a:extLst>
            </p:cNvPr>
            <p:cNvSpPr/>
            <p:nvPr/>
          </p:nvSpPr>
          <p:spPr>
            <a:xfrm>
              <a:off x="4114799" y="1561380"/>
              <a:ext cx="724619" cy="2242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F89218-42FC-FBA3-7BE7-2BD957B0679A}"/>
                </a:ext>
              </a:extLst>
            </p:cNvPr>
            <p:cNvSpPr/>
            <p:nvPr/>
          </p:nvSpPr>
          <p:spPr>
            <a:xfrm>
              <a:off x="8488392" y="1630390"/>
              <a:ext cx="724619" cy="379563"/>
            </a:xfrm>
            <a:prstGeom prst="rect">
              <a:avLst/>
            </a:prstGeom>
            <a:solidFill>
              <a:srgbClr val="E5E5E5"/>
            </a:solidFill>
            <a:ln>
              <a:solidFill>
                <a:srgbClr val="E5E6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8760C48-F1E5-FF4E-4B9F-0C9A171D1DEF}"/>
                </a:ext>
              </a:extLst>
            </p:cNvPr>
            <p:cNvSpPr/>
            <p:nvPr/>
          </p:nvSpPr>
          <p:spPr>
            <a:xfrm>
              <a:off x="4597879" y="3429000"/>
              <a:ext cx="621102" cy="3234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C0F853B-CE21-ABFD-0140-A9937BC5F862}"/>
                </a:ext>
              </a:extLst>
            </p:cNvPr>
            <p:cNvSpPr/>
            <p:nvPr/>
          </p:nvSpPr>
          <p:spPr>
            <a:xfrm>
              <a:off x="3743864" y="5029200"/>
              <a:ext cx="189781" cy="3234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6EF4BB4-C106-1037-7C0C-2923268C23C5}"/>
                    </a:ext>
                  </a:extLst>
                </p:cNvPr>
                <p:cNvSpPr txBox="1"/>
                <p:nvPr/>
              </p:nvSpPr>
              <p:spPr>
                <a:xfrm>
                  <a:off x="4352026" y="3548049"/>
                  <a:ext cx="491706" cy="3979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AU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sub>
                            </m:sSub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6EF4BB4-C106-1037-7C0C-2923268C2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2026" y="3548049"/>
                  <a:ext cx="491706" cy="397929"/>
                </a:xfrm>
                <a:prstGeom prst="rect">
                  <a:avLst/>
                </a:prstGeom>
                <a:blipFill>
                  <a:blip r:embed="rId3"/>
                  <a:stretch>
                    <a:fillRect r="-51852" b="-307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3FF0E5A-EB35-F710-538C-41D5D3612DAB}"/>
                    </a:ext>
                  </a:extLst>
                </p:cNvPr>
                <p:cNvSpPr txBox="1"/>
                <p:nvPr/>
              </p:nvSpPr>
              <p:spPr>
                <a:xfrm>
                  <a:off x="3661913" y="4957481"/>
                  <a:ext cx="3536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solidFill>
                                  <a:srgbClr val="0001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solidFill>
                                  <a:srgbClr val="0001FE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b="0" i="0" smtClean="0">
                                <a:solidFill>
                                  <a:srgbClr val="0001FE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en-AU" dirty="0">
                    <a:solidFill>
                      <a:srgbClr val="0001FE"/>
                    </a:solidFill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3FF0E5A-EB35-F710-538C-41D5D3612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1913" y="4957481"/>
                  <a:ext cx="35368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D9EEDB2-B5A3-9CE3-01C1-33B8D8984669}"/>
                    </a:ext>
                  </a:extLst>
                </p:cNvPr>
                <p:cNvSpPr txBox="1"/>
                <p:nvPr/>
              </p:nvSpPr>
              <p:spPr>
                <a:xfrm>
                  <a:off x="2872596" y="5029200"/>
                  <a:ext cx="621102" cy="3966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D9EEDB2-B5A3-9CE3-01C1-33B8D8984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2596" y="5029200"/>
                  <a:ext cx="621102" cy="396647"/>
                </a:xfrm>
                <a:prstGeom prst="rect">
                  <a:avLst/>
                </a:prstGeom>
                <a:blipFill>
                  <a:blip r:embed="rId5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D8109D7-C56E-277E-FA82-D1A323C6959E}"/>
                </a:ext>
              </a:extLst>
            </p:cNvPr>
            <p:cNvSpPr txBox="1"/>
            <p:nvPr/>
          </p:nvSpPr>
          <p:spPr>
            <a:xfrm>
              <a:off x="8562437" y="1488857"/>
              <a:ext cx="787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i="1" dirty="0"/>
                <a:t>g</a:t>
              </a:r>
              <a:r>
                <a:rPr lang="en-AU" baseline="-25000" dirty="0"/>
                <a:t>smax</a:t>
              </a:r>
              <a:r>
                <a:rPr lang="en-AU" dirty="0"/>
                <a:t>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0214DB-E06F-01C8-46F9-15EC11AC3F1E}"/>
                </a:ext>
              </a:extLst>
            </p:cNvPr>
            <p:cNvSpPr txBox="1"/>
            <p:nvPr/>
          </p:nvSpPr>
          <p:spPr>
            <a:xfrm>
              <a:off x="5702060" y="1858189"/>
              <a:ext cx="787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i="1" dirty="0"/>
                <a:t>A</a:t>
              </a:r>
              <a:r>
                <a:rPr lang="en-AU" baseline="-25000" dirty="0"/>
                <a:t>max</a:t>
              </a:r>
              <a:r>
                <a:rPr lang="en-AU" dirty="0"/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17E92E2-E918-61DE-F9E4-B27262685A5E}"/>
                </a:ext>
              </a:extLst>
            </p:cNvPr>
            <p:cNvSpPr txBox="1"/>
            <p:nvPr/>
          </p:nvSpPr>
          <p:spPr>
            <a:xfrm>
              <a:off x="2968560" y="4335575"/>
              <a:ext cx="429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i="1" dirty="0"/>
                <a:t>A</a:t>
              </a:r>
              <a:r>
                <a:rPr lang="en-AU" baseline="-25000" dirty="0"/>
                <a:t>0</a:t>
              </a:r>
              <a:r>
                <a:rPr lang="en-AU" dirty="0"/>
                <a:t>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1AA9B9-4773-AE9E-AA29-64DA0FE45B5A}"/>
                </a:ext>
              </a:extLst>
            </p:cNvPr>
            <p:cNvSpPr txBox="1"/>
            <p:nvPr/>
          </p:nvSpPr>
          <p:spPr>
            <a:xfrm>
              <a:off x="3963837" y="2042853"/>
              <a:ext cx="491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i="1" dirty="0"/>
                <a:t>A</a:t>
              </a:r>
              <a:r>
                <a:rPr lang="en-AU" baseline="-25000" dirty="0"/>
                <a:t>95</a:t>
              </a:r>
              <a:r>
                <a:rPr lang="en-AU" dirty="0"/>
                <a:t>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23DCE1-6A98-C611-6B3F-99149053E25B}"/>
                </a:ext>
              </a:extLst>
            </p:cNvPr>
            <p:cNvSpPr txBox="1"/>
            <p:nvPr/>
          </p:nvSpPr>
          <p:spPr>
            <a:xfrm>
              <a:off x="3962404" y="5330207"/>
              <a:ext cx="9747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i="1" dirty="0"/>
                <a:t>T</a:t>
              </a:r>
              <a:r>
                <a:rPr lang="en-AU" baseline="-25000" dirty="0"/>
                <a:t>95%</a:t>
              </a:r>
              <a:r>
                <a:rPr lang="en-AU" dirty="0"/>
                <a:t>A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9100DC-B9F9-5A38-5F3B-91D11EB6ABC7}"/>
                </a:ext>
              </a:extLst>
            </p:cNvPr>
            <p:cNvSpPr txBox="1"/>
            <p:nvPr/>
          </p:nvSpPr>
          <p:spPr>
            <a:xfrm>
              <a:off x="8488392" y="4957481"/>
              <a:ext cx="787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i="1" dirty="0" err="1"/>
                <a:t>g</a:t>
              </a:r>
              <a:r>
                <a:rPr lang="en-AU" baseline="-25000" dirty="0" err="1"/>
                <a:t>smin</a:t>
              </a:r>
              <a:r>
                <a:rPr lang="en-AU" dirty="0"/>
                <a:t> 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CFED651-9110-766D-AE94-66AEB0BE7C42}"/>
                    </a:ext>
                  </a:extLst>
                </p:cNvPr>
                <p:cNvSpPr txBox="1"/>
                <p:nvPr/>
              </p:nvSpPr>
              <p:spPr>
                <a:xfrm>
                  <a:off x="6179389" y="1229184"/>
                  <a:ext cx="621102" cy="3966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CFED651-9110-766D-AE94-66AEB0BE7C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9389" y="1229184"/>
                  <a:ext cx="621102" cy="396647"/>
                </a:xfrm>
                <a:prstGeom prst="rect">
                  <a:avLst/>
                </a:prstGeom>
                <a:blipFill>
                  <a:blip r:embed="rId6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61423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Clayton Forknall</dc:creator>
  <cp:lastModifiedBy>Clayton Forknall</cp:lastModifiedBy>
  <cp:revision>1</cp:revision>
  <dcterms:created xsi:type="dcterms:W3CDTF">2026-07-09T01:07:42Z</dcterms:created>
  <dcterms:modified xsi:type="dcterms:W3CDTF">2026-07-09T01:49:19Z</dcterms:modified>
</cp:coreProperties>
</file>